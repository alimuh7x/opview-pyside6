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6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1F35D-D270-2EAC-B53C-D26FADC92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1A7560-E68D-7D33-A776-E3FA3EE374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1B5A3-ECE8-93E5-61D3-42E7133D9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5940-FA46-4789-A093-7AC7AD2E4735}" type="datetimeFigureOut">
              <a:rPr lang="LID4096" smtClean="0"/>
              <a:t>05/08/2026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8E2E2-DEA1-3077-1139-E0C635113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C0117-BAD9-4131-901F-B087C827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63AB-4FAE-492E-AA38-FFB68F87815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9549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0E9DE-2741-5C4A-1A3D-1D8819041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AB8B5-FCF4-6326-3305-1A34F0E1E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9607-3F08-A386-239B-B592BD8F4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5940-FA46-4789-A093-7AC7AD2E4735}" type="datetimeFigureOut">
              <a:rPr lang="LID4096" smtClean="0"/>
              <a:t>05/08/2026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6AB4C-B18F-2424-E07D-F89B3D96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E848A-F3C0-B165-3315-2F3F7085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63AB-4FAE-492E-AA38-FFB68F87815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7907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87D9A-26E5-492F-1E7E-9D364216D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E617B-9FAF-C0ED-004F-72D1BC49A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D690A-A716-CE7B-9B3A-910DC0288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5940-FA46-4789-A093-7AC7AD2E4735}" type="datetimeFigureOut">
              <a:rPr lang="LID4096" smtClean="0"/>
              <a:t>05/08/2026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60DDE-EFA4-ED8C-BA47-0D6C4DDB8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BBFAB-9BD0-395C-C17C-96AD3C97C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63AB-4FAE-492E-AA38-FFB68F87815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65393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34324-79D6-0D12-B0CD-1B23419AD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100E1-842D-A7D5-44EB-9CAFBC08B6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C268F-A19A-1AAA-1B18-CB8383CCB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4B7AA-602A-EB81-6B53-42ABCAE3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5940-FA46-4789-A093-7AC7AD2E4735}" type="datetimeFigureOut">
              <a:rPr lang="LID4096" smtClean="0"/>
              <a:t>05/08/2026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3CCFC-4937-9361-A674-612C8440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7060F-2591-F9FF-8DE2-98A9126B7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63AB-4FAE-492E-AA38-FFB68F87815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45930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3FC57-CD90-A351-C0AD-0B77FAE9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BBD6D-168F-C34C-B703-DCA977D92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5B2A87-8E16-E892-5C45-0A5FE6B67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C6A11-1831-4E04-9E72-8B6A3C4F2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4EC8EA-8699-D98D-B578-0CA13E1D74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9596C7-6CF6-953D-317D-743FF4C56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5940-FA46-4789-A093-7AC7AD2E4735}" type="datetimeFigureOut">
              <a:rPr lang="LID4096" smtClean="0"/>
              <a:t>05/08/2026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945144-95A8-5DF8-C5ED-9624B3187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0EC10-C707-0A08-29AA-F37C62861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63AB-4FAE-492E-AA38-FFB68F87815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24738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1512F-AE2A-C3B3-287F-70EF56DFE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A73DB3-34C3-F11B-163D-B3C811726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5940-FA46-4789-A093-7AC7AD2E4735}" type="datetimeFigureOut">
              <a:rPr lang="LID4096" smtClean="0"/>
              <a:t>05/08/2026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678D2E-83A3-6A9F-8A13-D352E656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E9367-BC44-F801-6969-F5EF317FD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63AB-4FAE-492E-AA38-FFB68F87815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0263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61E1F1-4A65-BACA-4CF9-A85C2D15B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5940-FA46-4789-A093-7AC7AD2E4735}" type="datetimeFigureOut">
              <a:rPr lang="LID4096" smtClean="0"/>
              <a:t>05/08/2026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110DD1-37FC-3B00-1160-6E630FF1A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3856A-9EF9-4673-9EB5-1DC564688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63AB-4FAE-492E-AA38-FFB68F87815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8652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DA6FA-779E-C6F6-23B1-8E347DD01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A6744-D2A4-BA08-9D2C-A5B7126D3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8039B-73FC-31D3-8B23-2CA9EC742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7305F-FD85-B4C4-06BD-C25225E04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5940-FA46-4789-A093-7AC7AD2E4735}" type="datetimeFigureOut">
              <a:rPr lang="LID4096" smtClean="0"/>
              <a:t>05/08/2026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D8F9C-EE72-EF83-0F1F-9CBAEA2B5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AB418-DB6A-7C43-BEBE-CF345C581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63AB-4FAE-492E-AA38-FFB68F87815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0438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8D90C-90E7-7702-FA4D-FD6008280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448457-391E-EAF9-AC50-8BD155E389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725A6-2DCB-8975-EC69-09EB310FB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2C1DA-D2FC-8843-A63D-889ADA1E8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5940-FA46-4789-A093-7AC7AD2E4735}" type="datetimeFigureOut">
              <a:rPr lang="LID4096" smtClean="0"/>
              <a:t>05/08/2026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3F430-92D3-50BA-5FF9-35218B4F4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67FB5-0829-5679-9BE7-C57715720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63AB-4FAE-492E-AA38-FFB68F87815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6073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54CC7-7789-AEE6-2BB8-97FCBD263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1F35D2-39B7-EE18-67DA-E9A4DD06F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AECA3-210C-DE78-11E6-6D13B1247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5940-FA46-4789-A093-7AC7AD2E4735}" type="datetimeFigureOut">
              <a:rPr lang="LID4096" smtClean="0"/>
              <a:t>05/08/2026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D6366-7DD8-936F-B7FB-2F3A8E3C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DE799-549D-F21A-3666-A43764D11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63AB-4FAE-492E-AA38-FFB68F87815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47970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73EE5B-9EB6-3EBA-F671-E92EB74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7B0112-5732-E202-B4D7-6F53F6DFA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CC346-6BE9-0629-EF4B-6EC20FA6D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5940-FA46-4789-A093-7AC7AD2E4735}" type="datetimeFigureOut">
              <a:rPr lang="LID4096" smtClean="0"/>
              <a:t>05/08/2026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56C78-CE0F-6B3E-D30D-A8CAE6E65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E9E0B-3A4C-6FBD-20DD-BAC8FA4C8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63AB-4FAE-492E-AA38-FFB68F87815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25616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F64437-3D44-C87A-FB46-82E77855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53466-8F82-1ADC-8ABF-F7AF73DCA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40AFB-BF74-4591-20CB-5A082B9EE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335940-FA46-4789-A093-7AC7AD2E4735}" type="datetimeFigureOut">
              <a:rPr lang="LID4096" smtClean="0"/>
              <a:t>05/08/2026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7FA44-D78A-0FD4-826A-347AC37FD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D1BA2-6ACF-4381-B4D9-87A71C255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5E63AB-4FAE-492E-AA38-FFB68F87815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7740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74B7AA-81A6-32D6-CDD2-AA25416E364A}"/>
              </a:ext>
            </a:extLst>
          </p:cNvPr>
          <p:cNvSpPr txBox="1"/>
          <p:nvPr/>
        </p:nvSpPr>
        <p:spPr>
          <a:xfrm>
            <a:off x="882547" y="1168197"/>
            <a:ext cx="6097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2400" dirty="0">
                <a:latin typeface="Bond Story" pitchFamily="2" charset="0"/>
              </a:rPr>
              <a:t> def </a:t>
            </a:r>
            <a:r>
              <a:rPr lang="LID4096" sz="2400" dirty="0">
                <a:solidFill>
                  <a:srgbClr val="00B050"/>
                </a:solidFill>
                <a:latin typeface="Lemon" pitchFamily="2" charset="0"/>
                <a:ea typeface="Lemon" pitchFamily="2" charset="0"/>
              </a:rPr>
              <a:t>_build_file_menu</a:t>
            </a:r>
            <a:r>
              <a:rPr lang="LID4096" sz="2400" dirty="0">
                <a:latin typeface="Bond Story" pitchFamily="2" charset="0"/>
              </a:rPr>
              <a:t>(self) -&gt; None: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91BA7-1BE9-DD08-1CC0-24547FB5CEAC}"/>
              </a:ext>
            </a:extLst>
          </p:cNvPr>
          <p:cNvSpPr txBox="1"/>
          <p:nvPr/>
        </p:nvSpPr>
        <p:spPr>
          <a:xfrm>
            <a:off x="1573967" y="2428407"/>
            <a:ext cx="1470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Bond Story" pitchFamily="2" charset="0"/>
              </a:rPr>
              <a:t>methods</a:t>
            </a:r>
            <a:endParaRPr lang="LID4096" sz="2800" b="1" dirty="0">
              <a:latin typeface="Bond Story" pitchFamily="2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B70909-5CB4-65C6-145F-28FF51A3F619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1731364" y="1629862"/>
            <a:ext cx="577740" cy="798545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042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A757C3-09AC-CC2A-B1A6-31F6C3E73DDF}"/>
              </a:ext>
            </a:extLst>
          </p:cNvPr>
          <p:cNvSpPr txBox="1"/>
          <p:nvPr/>
        </p:nvSpPr>
        <p:spPr>
          <a:xfrm>
            <a:off x="1007533" y="2023871"/>
            <a:ext cx="9855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2000" dirty="0">
                <a:latin typeface="Bond Story" pitchFamily="2" charset="0"/>
              </a:rPr>
              <a:t> self.</a:t>
            </a:r>
            <a:r>
              <a:rPr lang="LID4096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nd Story" pitchFamily="2" charset="0"/>
              </a:rPr>
              <a:t>toggle_overlay_action </a:t>
            </a:r>
            <a:r>
              <a:rPr lang="LID4096" sz="2000" dirty="0">
                <a:latin typeface="Bond Story" pitchFamily="2" charset="0"/>
              </a:rPr>
              <a:t>= </a:t>
            </a:r>
            <a:r>
              <a:rPr lang="LID4096" sz="2000" b="1" dirty="0">
                <a:solidFill>
                  <a:srgbClr val="00B0F0"/>
                </a:solidFill>
                <a:latin typeface="Bond Story" pitchFamily="2" charset="0"/>
              </a:rPr>
              <a:t>QAction</a:t>
            </a:r>
            <a:r>
              <a:rPr lang="LID4096" sz="2000" dirty="0">
                <a:latin typeface="Bond Story" pitchFamily="2" charset="0"/>
              </a:rPr>
              <a:t>("Toggle Interfaces Overlay", self)</a:t>
            </a:r>
          </a:p>
          <a:p>
            <a:r>
              <a:rPr lang="LID4096" sz="2000" dirty="0">
                <a:latin typeface="Bond Story" pitchFamily="2" charset="0"/>
              </a:rPr>
              <a:t>        </a:t>
            </a:r>
            <a:endParaRPr lang="en-GB" sz="2000" dirty="0">
              <a:latin typeface="Bond Story" pitchFamily="2" charset="0"/>
            </a:endParaRPr>
          </a:p>
          <a:p>
            <a:r>
              <a:rPr lang="LID4096" sz="2000" dirty="0">
                <a:latin typeface="Bond Story" pitchFamily="2" charset="0"/>
              </a:rPr>
              <a:t>self.</a:t>
            </a:r>
            <a:r>
              <a:rPr lang="LID4096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nd Story" pitchFamily="2" charset="0"/>
              </a:rPr>
              <a:t>toggle_overlay_action</a:t>
            </a:r>
            <a:r>
              <a:rPr lang="LID4096" sz="2000" dirty="0">
                <a:latin typeface="Bond Story" pitchFamily="2" charset="0"/>
              </a:rPr>
              <a:t>.setCheckable(True)</a:t>
            </a:r>
            <a:endParaRPr lang="en-GB" sz="2000" dirty="0">
              <a:latin typeface="Bond Story" pitchFamily="2" charset="0"/>
            </a:endParaRPr>
          </a:p>
          <a:p>
            <a:r>
              <a:rPr lang="LID4096" sz="2000" dirty="0">
                <a:latin typeface="Bond Story" pitchFamily="2" charset="0"/>
              </a:rPr>
              <a:t>self.</a:t>
            </a:r>
            <a:r>
              <a:rPr lang="LID4096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nd Story" pitchFamily="2" charset="0"/>
              </a:rPr>
              <a:t>toggle_overlay_action</a:t>
            </a:r>
            <a:r>
              <a:rPr lang="LID4096" sz="2000" dirty="0">
                <a:latin typeface="Bond Story" pitchFamily="2" charset="0"/>
              </a:rPr>
              <a:t>.setChecked(False)</a:t>
            </a:r>
          </a:p>
          <a:p>
            <a:r>
              <a:rPr lang="LID4096" sz="2000" dirty="0">
                <a:latin typeface="Bond Story" pitchFamily="2" charset="0"/>
              </a:rPr>
              <a:t>        </a:t>
            </a:r>
            <a:endParaRPr lang="en-GB" sz="2000" dirty="0">
              <a:latin typeface="Bond Story" pitchFamily="2" charset="0"/>
            </a:endParaRPr>
          </a:p>
          <a:p>
            <a:r>
              <a:rPr lang="LID4096" sz="2000" dirty="0">
                <a:latin typeface="Bond Story" pitchFamily="2" charset="0"/>
              </a:rPr>
              <a:t>self.</a:t>
            </a:r>
            <a:r>
              <a:rPr lang="LID4096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nd Story" pitchFamily="2" charset="0"/>
              </a:rPr>
              <a:t>toggle_overlay_action</a:t>
            </a:r>
            <a:r>
              <a:rPr lang="LID4096" sz="2000" dirty="0">
                <a:latin typeface="Bond Story" pitchFamily="2" charset="0"/>
              </a:rPr>
              <a:t>.</a:t>
            </a:r>
            <a:r>
              <a:rPr lang="LID4096" sz="2000" dirty="0">
                <a:solidFill>
                  <a:srgbClr val="C00000"/>
                </a:solidFill>
                <a:latin typeface="Bond Story" pitchFamily="2" charset="0"/>
              </a:rPr>
              <a:t>toggled</a:t>
            </a:r>
            <a:r>
              <a:rPr lang="LID4096" sz="2000" dirty="0">
                <a:latin typeface="Bond Story" pitchFamily="2" charset="0"/>
              </a:rPr>
              <a:t>.connect(self.</a:t>
            </a:r>
            <a:r>
              <a:rPr lang="LID4096" sz="2000" b="1" dirty="0">
                <a:solidFill>
                  <a:srgbClr val="00B050"/>
                </a:solidFill>
                <a:latin typeface="Bond Story" pitchFamily="2" charset="0"/>
              </a:rPr>
              <a:t>toggle_overlay</a:t>
            </a:r>
            <a:r>
              <a:rPr lang="LID4096" sz="2000" dirty="0">
                <a:latin typeface="Bond Story" pitchFamily="2" charset="0"/>
              </a:rPr>
              <a:t>.emit)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B7D438-94CD-C4EE-127B-95B6CAD5A372}"/>
              </a:ext>
            </a:extLst>
          </p:cNvPr>
          <p:cNvSpPr txBox="1"/>
          <p:nvPr/>
        </p:nvSpPr>
        <p:spPr>
          <a:xfrm>
            <a:off x="1083733" y="60307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2000" b="1" dirty="0">
                <a:solidFill>
                  <a:srgbClr val="00B05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toggle_sidebar         = Signal(bool)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12AC53-60CB-E9B9-A431-FBB028B28C50}"/>
              </a:ext>
            </a:extLst>
          </p:cNvPr>
          <p:cNvSpPr txBox="1"/>
          <p:nvPr/>
        </p:nvSpPr>
        <p:spPr>
          <a:xfrm>
            <a:off x="7950453" y="546542"/>
            <a:ext cx="1337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C00000"/>
                </a:solidFill>
                <a:latin typeface="Comic Sans MS" panose="030F0702030302020204" pitchFamily="66" charset="0"/>
              </a:rPr>
              <a:t>Defined</a:t>
            </a:r>
            <a:endParaRPr lang="LID4096" sz="2400" b="1" dirty="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D28BCE-1B4D-5317-D9F5-C090DB4D4181}"/>
              </a:ext>
            </a:extLst>
          </p:cNvPr>
          <p:cNvCxnSpPr>
            <a:stCxn id="8" idx="1"/>
          </p:cNvCxnSpPr>
          <p:nvPr/>
        </p:nvCxnSpPr>
        <p:spPr>
          <a:xfrm flipH="1">
            <a:off x="5833533" y="777375"/>
            <a:ext cx="2116920" cy="103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6D3FE3E-3E32-265F-A14A-D7F064ECA89C}"/>
              </a:ext>
            </a:extLst>
          </p:cNvPr>
          <p:cNvSpPr txBox="1"/>
          <p:nvPr/>
        </p:nvSpPr>
        <p:spPr>
          <a:xfrm>
            <a:off x="719666" y="4793861"/>
            <a:ext cx="110744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2800" dirty="0">
                <a:latin typeface="Bond Story" pitchFamily="2" charset="0"/>
              </a:rPr>
              <a:t> self.app_menu_bar.</a:t>
            </a:r>
            <a:r>
              <a:rPr lang="LID4096" sz="2800" b="1" dirty="0">
                <a:solidFill>
                  <a:srgbClr val="00B050"/>
                </a:solidFill>
                <a:latin typeface="Bond Story" pitchFamily="2" charset="0"/>
              </a:rPr>
              <a:t>toggle_sidebar</a:t>
            </a:r>
            <a:r>
              <a:rPr lang="LID4096" sz="2800" dirty="0">
                <a:latin typeface="Bond Story" pitchFamily="2" charset="0"/>
              </a:rPr>
              <a:t>.connect(self.</a:t>
            </a:r>
            <a:r>
              <a:rPr lang="LID4096" sz="2800" b="1" dirty="0">
                <a:solidFill>
                  <a:srgbClr val="FF0000"/>
                </a:solidFill>
                <a:latin typeface="Bond Story" pitchFamily="2" charset="0"/>
              </a:rPr>
              <a:t>sidebar_widget</a:t>
            </a:r>
            <a:r>
              <a:rPr lang="LID4096" sz="2800" dirty="0">
                <a:latin typeface="Bond Story" pitchFamily="2" charset="0"/>
              </a:rPr>
              <a:t>.</a:t>
            </a:r>
            <a:r>
              <a:rPr lang="LID4096" sz="2800" dirty="0">
                <a:solidFill>
                  <a:srgbClr val="00B0F0"/>
                </a:solidFill>
                <a:latin typeface="Bond Story" pitchFamily="2" charset="0"/>
              </a:rPr>
              <a:t>setVisible</a:t>
            </a:r>
            <a:r>
              <a:rPr lang="LID4096" sz="2800" dirty="0">
                <a:latin typeface="Bond Story" pitchFamily="2" charset="0"/>
              </a:rPr>
              <a:t>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60A1F59-D0FC-39D4-EE56-8F318CD38715}"/>
              </a:ext>
            </a:extLst>
          </p:cNvPr>
          <p:cNvCxnSpPr/>
          <p:nvPr/>
        </p:nvCxnSpPr>
        <p:spPr>
          <a:xfrm flipH="1">
            <a:off x="4953000" y="3778197"/>
            <a:ext cx="1244600" cy="912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528CDB4-7093-BE8E-B808-77085F7DAE2A}"/>
              </a:ext>
            </a:extLst>
          </p:cNvPr>
          <p:cNvSpPr txBox="1"/>
          <p:nvPr/>
        </p:nvSpPr>
        <p:spPr>
          <a:xfrm>
            <a:off x="10507133" y="5799667"/>
            <a:ext cx="1003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Bond Story" pitchFamily="2" charset="0"/>
              </a:rPr>
              <a:t>Pyside6 </a:t>
            </a:r>
            <a:endParaRPr lang="LID4096" dirty="0">
              <a:latin typeface="Bond Story" pitchFamily="2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0C802B-3152-C551-4AE2-401B1AE55A5F}"/>
              </a:ext>
            </a:extLst>
          </p:cNvPr>
          <p:cNvCxnSpPr>
            <a:stCxn id="15" idx="0"/>
          </p:cNvCxnSpPr>
          <p:nvPr/>
        </p:nvCxnSpPr>
        <p:spPr>
          <a:xfrm flipH="1" flipV="1">
            <a:off x="10862733" y="5317081"/>
            <a:ext cx="146108" cy="482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313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112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Aptos Display</vt:lpstr>
      <vt:lpstr>Arial</vt:lpstr>
      <vt:lpstr>Bond Story</vt:lpstr>
      <vt:lpstr>Comic Sans MS</vt:lpstr>
      <vt:lpstr>Itim</vt:lpstr>
      <vt:lpstr>Lemon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Ali, Muhammad</dc:creator>
  <cp:lastModifiedBy>Ali, Muhammad</cp:lastModifiedBy>
  <cp:revision>2</cp:revision>
  <dcterms:created xsi:type="dcterms:W3CDTF">2026-05-08T14:52:44Z</dcterms:created>
  <dcterms:modified xsi:type="dcterms:W3CDTF">2026-05-08T15:09:02Z</dcterms:modified>
</cp:coreProperties>
</file>